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1" d="100"/>
          <a:sy n="211" d="100"/>
        </p:scale>
        <p:origin x="35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6561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09728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 SOFTWARE ENGINEERING 1    SECTION 173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548640" y="21214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Management System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54864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platform for managing schedules, passengers and bookings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Waleed bin Maneea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Yousef AlDhayan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Ibrahim AlOud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Fahad Ali Alghubayshi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Imam Mohammad Ibn Saud Islamic University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of Computer and Information Sciences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objectives and vision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66928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Setup &amp; Planning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sprints, team roles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Design &amp; Architecture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layered design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66928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Build, Test &amp; Deploy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tests and GitHub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7160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&amp; Demo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features and screenshots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8348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66928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6928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and outcomes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section 173    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software platform that brings train schedules, passenger records, and reservations into a single secure system — replacing scattered spreadsheets and manual paperwork with one source of truth for railway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timings, stops and pricing all managed in one place — no more juggling spreadsheets.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traveller has a profile with ID details and booking history kept consistent across the system.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6364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checked automatically before booking. Cancellations free seats immediately, no double-booking.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Goals &amp; Target Users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schedules, passengers and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admins manage routes, timings and stops easily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 booking, modification and cancellation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 seat availability — no double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 for tracking and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6002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railway data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 bookings via automatic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data access for each staff member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reports on bookings and train usage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backup from day 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(Internal Staff Only)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routes &amp; manage settings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3154" y="4063965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63154" y="4290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passengers, process bookings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 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One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followed Agile Scrum across three sprints, each building on the last.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2880360"/>
            <a:ext cx="5852160" cy="0"/>
          </a:xfrm>
          <a:prstGeom prst="line">
            <a:avLst/>
          </a:prstGeom>
          <a:noFill/>
          <a:ln w="254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3444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Planning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modules, backlog, roles, Scrum sheet setup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6052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8328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models, layered architecture, core modules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8660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0936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 &amp; Deploy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reports, testing, GitHub release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SPRINT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Setup &amp; Planning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project scope and system boundaries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main system modules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Product Backlog with 28 user stories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effort for each task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roles and responsibilities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Scrum Excel sheet with sprint tracking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two team meetings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53212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704088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55321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4088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70408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held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SPRINT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Modeling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translated the requirements into a structured design using UML — visual blueprints showing how parts of the system fit together and behave.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interactions between Passenger, Admin and 5 main system functions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Scenarios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flows: Login, Search Trains, Book Ticket, Cancel, Generate Reports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interactions during a Book-a-Ticket flow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structure: classes, attributes, methods and relationships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4612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Diagram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900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of booking actions across passenger, system and admin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BEHAVIOR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&amp; Actors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12801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trains, book tickets, cancel reservations, view booking history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2377440" cy="1371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schedules, generate reports, monitor occupancy, oversee operations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PRIMARY USE CASES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645920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7373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9080" y="17373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Authenticate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0" y="173736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0" y="2212848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304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2304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Available Trains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89520" y="23042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779776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28712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9080" y="2871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Ticket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0" y="287121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351231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343814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9080" y="34381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Reservation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343814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3913632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37560" y="40050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9080" y="40050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89520" y="400507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(N-Tier)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horizontal layers, each doing one job — clean separation of concerns.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737360"/>
            <a:ext cx="6400800" cy="6217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08760" y="1801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0665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UI    Booking Staff UI    Admin Dashboard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095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450592"/>
            <a:ext cx="6400800" cy="621792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0876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77977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Service    Reservation Engine    Access Control   Reports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90956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3163824"/>
            <a:ext cx="6400800" cy="6217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08760" y="3227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49300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DAO    Passenger DAO    Booking DAO    Audit Log DAO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09560" y="35295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71600" y="3877056"/>
            <a:ext cx="6400800" cy="621792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08760" y="3941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206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DB    Passengers DB    Reservations DB    Logs DB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talks only to the one directly below 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Layered Architecture?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Schedules, passengers and reservations each live in their own components. Changing one doesn't drag the others into the mess.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3776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stay contained inside their layer. New features don't require rewriting half the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out the database engine or adding a mobile-facing interface later doesn't touch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Access Control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Admin, Staff and Passenger is enforced in one place — the Business Logic Layer.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SPRINT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Tech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IMPLEMENTED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 &amp; role-based authentication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 route management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booking with seat availability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cancellation and seat reallocation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booking information display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with statistics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generation and data validation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9202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5321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  CSS    JavaScript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2120" y="2560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32120" y="2788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32120" y="32004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3212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3840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32120" y="4069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Agile, development and testing run side by side. Test cases were prepared for every use case developed across the three sprints, then results were recorded.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login flows, credential validation, account lockout after failed attempts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Booking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search filters, seat availability checks, and booking confirmation logic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cancellation rules, seat re-allocation, and time-based restrictions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834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 generation, date-range filtering, and statistics accuracy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RELEASE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GitHub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functioning release of the Train Schedule and Reservation Management System is published to a public GitHub repository, with all team members added as collaborators.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solidFill>
            <a:srgbClr val="1331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8" name="Text 6">
            <a:hlinkClick r:id="rId3"/>
          </p:cNvPr>
          <p:cNvSpPr/>
          <p:nvPr/>
        </p:nvSpPr>
        <p:spPr>
          <a:xfrm>
            <a:off x="685800" y="2468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3746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3746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3746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53746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1772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1772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61772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Collaborators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9798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69798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9798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69798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1C7293"/>
                </a:solidFill>
                <a:latin typeface="Calibri"/>
              </a:rPr>
              <a:t>BEYOND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Calibri"/>
              </a:rPr>
              <a:t>Custom Domain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B2545"/>
                </a:solidFill>
                <a:latin typeface="Calibri"/>
              </a:rPr>
              <a:t>We took the project a step further by hosting the system on a custom domain — making it accessible to anyone, anywhere, with a clean professional URL.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822960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8229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0A202"/>
                </a:solidFill>
                <a:latin typeface="Calibri"/>
              </a:rPr>
              <a:t>LIVE WEB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7772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0" dirty="0">
                <a:solidFill>
                  <a:srgbClr val="FFFFFF"/>
                </a:solidFill>
                <a:latin typeface="Consolas"/>
              </a:rPr>
              <a:t>https://</a:t>
            </a:r>
            <a:r>
              <a:rPr lang="en-US" b="1" dirty="0">
                <a:solidFill>
                  <a:srgbClr val="FFFFFF"/>
                </a:solidFill>
                <a:latin typeface="Consolas"/>
              </a:rPr>
              <a:t>swe.lxsnvfx.com</a:t>
            </a:r>
            <a:endParaRPr sz="1800" b="1" i="0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Professional Branding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 memorable custom URL replaces generic hosting links — building trust and giving the project a real-world identity beyond a GitHub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4612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Easy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Anyone can reach the system in one click. No cloning, no setup, no install — just open the link in any browser, on any device.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364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Production 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2286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6F82"/>
                </a:solidFill>
                <a:latin typeface="Calibri"/>
              </a:rPr>
              <a:t>Hosted with proper DNS routing and HTTPS, so the deployment behaves like a real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4456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1">
                <a:solidFill>
                  <a:srgbClr val="F0A202"/>
                </a:solidFill>
                <a:latin typeface="Calibri"/>
              </a:rPr>
              <a:t>From a local script to a globally accessible platform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4846320"/>
            <a:ext cx="8229600" cy="0"/>
          </a:xfrm>
          <a:prstGeom prst="line">
            <a:avLst/>
          </a:prstGeom>
          <a:ln w="6350">
            <a:solidFill>
              <a:srgbClr val="8DA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F82"/>
                </a:solidFill>
                <a:latin typeface="Calibri"/>
              </a:rPr>
              <a:t>Train Schedule &amp; Reservation Management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92040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 dirty="0">
                <a:solidFill>
                  <a:srgbClr val="5C6F82"/>
                </a:solidFill>
                <a:latin typeface="Calibri"/>
              </a:rPr>
              <a:t>CS1350  </a:t>
            </a: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r>
              <a:rPr sz="900" b="0" i="0" dirty="0">
                <a:solidFill>
                  <a:srgbClr val="5C6F82"/>
                </a:solidFill>
                <a:latin typeface="Calibri"/>
              </a:rPr>
              <a:t> 173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 &amp; Lessons Learned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Works When You Commit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clear backlog, regular meetings. Splitting one big problem into 28 stories made it manageable.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8348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Before Code Pays Off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architecture decisions in Phase 2 prevented messy rewrites in Phase 3.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Scales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made it easy to swap database (Supabase) without touching UI or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8348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Documentation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Scrum, shared docs and GitHub kept four people pointing in the same direction throughout.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3484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37160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26" name="Text 24"/>
          <p:cNvSpPr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27" name="Text 25">
            <a:hlinkClick r:id="rId3"/>
          </p:cNvPr>
          <p:cNvSpPr/>
          <p:nvPr/>
        </p:nvSpPr>
        <p:spPr>
          <a:xfrm>
            <a:off x="54864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8DA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Software Engineering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1391</Words>
  <Application>Microsoft Office PowerPoint</Application>
  <PresentationFormat>On-screen Show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 Schedule and Reservation Management System</dc:title>
  <dc:subject>PptxGenJS Presentation</dc:subject>
  <dc:creator>Team 173 - IMSIU</dc:creator>
  <cp:lastModifiedBy>فهد بن علي بن عبدالرحمن الغبيشي</cp:lastModifiedBy>
  <cp:revision>19</cp:revision>
  <dcterms:created xsi:type="dcterms:W3CDTF">2026-05-16T00:04:00Z</dcterms:created>
  <dcterms:modified xsi:type="dcterms:W3CDTF">2026-05-17T04:11:48Z</dcterms:modified>
</cp:coreProperties>
</file>